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Ops/sec (millions)</c:v>
                </c:pt>
              </c:strCache>
            </c:strRef>
          </c:tx>
          <c:spPr>
            <a:solidFill>
              <a:srgbClr val="00D4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GitHub CI
(2 threads)</c:v>
                  </c:pt>
                  <c:pt idx="1">
                    <c:v>Intel i7
4 threads</c:v>
                  </c:pt>
                  <c:pt idx="2">
                    <c:v>Apple M1
8 threads</c:v>
                  </c:pt>
                  <c:pt idx="3">
                    <c:v>Apple M4
10 threads</c:v>
                  </c:pt>
                  <c:pt idx="4">
                    <c:v>AMD Ryzen 9
8 threads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5.75</c:v>
                </c:pt>
                <c:pt idx="1">
                  <c:v>8</c:v>
                </c:pt>
                <c:pt idx="2">
                  <c:v>20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0AEC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F293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0AEC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61120" y="914400"/>
            <a:ext cx="2743200" cy="2743200"/>
          </a:xfrm>
          <a:prstGeom prst="ellipse">
            <a:avLst/>
          </a:prstGeom>
          <a:solidFill>
            <a:srgbClr val="7C3AED">
              <a:alpha val="35000"/>
            </a:srgbClr>
          </a:solidFill>
          <a:ln w="25400">
            <a:solidFill>
              <a:srgbClr val="00D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0" y="118872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Rift L1 Blockchain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 Fractal Theory Core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880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· O(1) Distribution · Zero Invariant Violations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5486400" cy="2743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657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122B+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per run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3657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91840" y="4206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26480" y="3657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55m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126480" y="4206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CI run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61120" y="3657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~5.75M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961120" y="4206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Ops/sec CI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parallel CI runs · Cumulative ops in the trillions · Zero crashes across all runs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217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github.com/RFT-SIRM/Rift-L1-Blockchain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with Existing Blockchains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657600" cy="4572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2103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is O(N)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2651760"/>
            <a:ext cx="33832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Ethereum, Solana and most L1s iterate over every participant to distribute rewards.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1M users: 1M storage writes per distribution tick. Gas cost scales linearly.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188720"/>
            <a:ext cx="3657600" cy="4572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1371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🎲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103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is Probabilistic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0560" y="2651760"/>
            <a:ext cx="33832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validity is assumed, not verified after every operation. Overflow bugs and accounting errors accumulate silently under load.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188720"/>
            <a:ext cx="3657600" cy="4572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371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66760" y="2103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 Outside the Core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66760" y="2651760"/>
            <a:ext cx="33832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logic and tokenomics live in smart contracts — not the protocol. Complexity and attack surface grow unbounded with each new contract.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Rift Approach: Global Scalar Field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94960" cy="2926080"/>
          </a:xfrm>
          <a:prstGeom prst="rect">
            <a:avLst/>
          </a:prstGeom>
          <a:solidFill>
            <a:srgbClr val="1F2937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Formula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effective_balance[i]  =  base_balance[i]  +  global_field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13432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total_supply  =  total_base_sum  +  global_field × 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935224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distribute(amount)  →  global_field += amount / 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097280"/>
            <a:ext cx="548640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143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1143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L1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66960" y="1143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Rift L1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0" y="164592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N users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0" y="164592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O(N) writes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966960" y="164592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O(1) always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21488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 check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0" y="21488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/ periodic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966960" y="21488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every 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26517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26517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contracts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66960" y="26517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core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31546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Overflow handling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31546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 unchecked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0" y="31546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arithmetic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251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integer increment. Every participant updated. No loops. No per-user gas.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Invariants. Verified After Every Operation.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669280" cy="2651760"/>
          </a:xfrm>
          <a:prstGeom prst="rect">
            <a:avLst/>
          </a:prstGeom>
          <a:solidFill>
            <a:srgbClr val="111827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34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2344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Consistency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total_supply  =  total_base_sum  +  global_field × 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28600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phantom tokens. Total supply always equals scalar field contribution plus all base balances.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46520" y="1143000"/>
            <a:ext cx="5669280" cy="2651760"/>
          </a:xfrm>
          <a:prstGeom prst="rect">
            <a:avLst/>
          </a:prstGeom>
          <a:solidFill>
            <a:srgbClr val="111827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234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269480" y="12344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Mint/Burn Integrity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17373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total_supply  =  total_minted  −  total_burned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228600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token is accounted for by creation and destruction. Double-spending is structurally impossible.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5669280" cy="2651760"/>
          </a:xfrm>
          <a:prstGeom prst="rect">
            <a:avLst/>
          </a:prstGeom>
          <a:solidFill>
            <a:srgbClr val="111827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40690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40690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Dust Bound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4360" y="4572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dust_accumulator  &lt;  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512064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Rounding remainder from redistribution is always strictly less than participant count. Fuzz-verified.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46520" y="3977640"/>
            <a:ext cx="5669280" cy="2651760"/>
          </a:xfrm>
          <a:prstGeom prst="rect">
            <a:avLst/>
          </a:prstGeom>
          <a:solidFill>
            <a:srgbClr val="111827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40690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269480" y="40690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Debt Limit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4572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effective_balance[i]  ≥  −(supply / 10p)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512064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participant can hold unlimited debt. Exit is blocked when effective balance is negative.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 Results: Verified at Scale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457200" y="35204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931920" y="1097280"/>
            <a:ext cx="3657600" cy="16002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9080" y="11887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122B+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069080" y="178308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per single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55min run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863840" y="1097280"/>
            <a:ext cx="3657600" cy="16002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11887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~5.75M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001000" y="178308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Ops/sec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CI runner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931920" y="2926080"/>
            <a:ext cx="3657600" cy="16002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080" y="30175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&gt;10M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069080" y="361188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Ops/sec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M1 / M4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0" y="2926080"/>
            <a:ext cx="3657600" cy="16002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01000" y="30175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001000" y="361188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schedule: 03:00 UTC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11247120" cy="868680"/>
          </a:xfrm>
          <a:prstGeom prst="rect">
            <a:avLst/>
          </a:prstGeom>
          <a:solidFill>
            <a:srgbClr val="1F293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9377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 Cumulative across multiple parallel CI runs: ops in the trillions. Zero crashes. Zero violations.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897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fuzz harness — 5 modes: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0" y="589788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NEG_E boundary · Large p / Dust · Negative field · p=0 edge · Near u128::MAX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Two-Layer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94960" cy="4572000"/>
          </a:xfrm>
          <a:prstGeom prst="rect">
            <a:avLst/>
          </a:prstGeom>
          <a:solidFill>
            <a:srgbClr val="111827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ultra_core_rift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Owns and enforces all 4 SIRM invariants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54203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Checked arithmetic on every operation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98094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O(1) redistribution via global_field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419856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Negative entropy: Euler's number tick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858768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Edge-weighted transfers (burn / mint)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29768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Dust normalisation on participant exit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73659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Zero knowledge of SPL tokens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89320" y="3017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1097280"/>
            <a:ext cx="5394960" cy="4572000"/>
          </a:xfrm>
          <a:prstGeom prst="rect">
            <a:avLst/>
          </a:prstGeom>
          <a:solidFill>
            <a:srgbClr val="111827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rift_token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Layer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210312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Mints SPL tokens via field pressure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254203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issue_rift: SOL → RIFT shares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98094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Mint multiplier: 1e15 / |global_field|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3419856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Fee anti-griefing guard (F-04 fixed)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0" y="3858768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Atomic: fee + mint in one transaction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429768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Founder allocation: 3.14% genesis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473659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Never mutates CoreState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Throughput: Measured, Not Projected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68580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589520" y="128016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122B+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7589520" y="196596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per single run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(5h 55min, GitHub CI)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589520" y="288036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&gt;10M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7589520" y="356616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ops/sec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M1 / M4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89520" y="448056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Trillions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589520" y="516636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across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CI runs to date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Core benchmarks. Full network TPS measured when p2p layer is live.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Have. What Comes Next.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94960" cy="4754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TODAY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Mathematical core — Rust, fully typed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12848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Four SIRM invariants, per-op enforcement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642616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O(1) redistribution primitive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07238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Negative entropy deflationary mechanic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50215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Edge-weighted transfer graph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93192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Solana on-chain implementation (Anchor)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361688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Stratified libFuzzer harness — 5 modes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791456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122B+ ops per run, 0 violations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22122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CI at 03:00 UTC — auto fuzz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65099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Apache 2.0 license with patent protection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0" y="1097280"/>
            <a:ext cx="5394960" cy="4754880"/>
          </a:xfrm>
          <a:prstGeom prst="rect">
            <a:avLst/>
          </a:prstGeom>
          <a:solidFill>
            <a:srgbClr val="111827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NEXT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1783080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P2P networking layer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2267712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Consensus integration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752344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Devnet deployment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3236976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network TPS benchmarks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0" y="3721608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security audit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4206240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Tokenomics finalisation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4690872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Validator node software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0" y="5175504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Developer SDK &amp; tooling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5660136"/>
            <a:ext cx="50292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Governance (multisig gate)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0" y="365760"/>
            <a:ext cx="6400800" cy="6400800"/>
          </a:xfrm>
          <a:prstGeom prst="ellipse">
            <a:avLst/>
          </a:prstGeom>
          <a:solidFill>
            <a:srgbClr val="00D4FF">
              <a:alpha val="8000"/>
            </a:srgbClr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0" y="64008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Rift L1 Blockchain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27889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Rust · Verified by Mathematics · Zero Compromises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3429000"/>
            <a:ext cx="941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for technical co-founders and early-stage partners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bring Rift L1 to a live network.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286000" y="4480560"/>
            <a:ext cx="7589520" cy="731520"/>
          </a:xfrm>
          <a:prstGeom prst="rect">
            <a:avLst/>
          </a:prstGeom>
          <a:solidFill>
            <a:srgbClr val="1F2937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452628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github.com/RFT-SIRM/Rift-L1-Blockchain  ·  github.com/RFT-SIRM/Rift-Network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 Fractal Theory Core  ·  © 2026 Eugeny (RFT-SIRM)  ·  Apache 2.0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2026-07-19T07:23:54Z</dcterms:created>
  <dcterms:modified xsi:type="dcterms:W3CDTF">2026-07-19T07:23:54Z</dcterms:modified>
</cp:coreProperties>
</file>