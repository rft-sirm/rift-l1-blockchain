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Ops/sec (millions)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GitHub
Runner</c:v>
                  </c:pt>
                  <c:pt idx="1">
                    <c:v>Intel i7
4 threads</c:v>
                  </c:pt>
                  <c:pt idx="2">
                    <c:v>Apple M1
8 threads</c:v>
                  </c:pt>
                  <c:pt idx="3">
                    <c:v>Apple M4
10 threads</c:v>
                  </c:pt>
                  <c:pt idx="4">
                    <c:v>AMD Ryzen 9
8 threads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5.75</c:v>
                </c:pt>
                <c:pt idx="1">
                  <c:v>8</c:v>
                </c:pt>
                <c:pt idx="2">
                  <c:v>20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F29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1097280"/>
            <a:ext cx="2377440" cy="2377440"/>
          </a:xfrm>
          <a:prstGeom prst="ellipse">
            <a:avLst/>
          </a:prstGeom>
          <a:solidFill>
            <a:srgbClr val="7C3AED">
              <a:alpha val="40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0" y="13716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⚡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Rift L1 Blockchain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Fractal Theory Core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· O(1) Distribution · Zero Invariant Violations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486400" cy="2743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256M+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Tested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55m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94360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 Duration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~5.75M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8680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Ops/sec (CI)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github.com/RFT-SIRM/Rift-L1-Blockchain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Existing Blockchains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56616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21945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is O(N)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Ethereum, Solana, most L1s iterate over every participant to distribute rewards.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1M users: 1M storage writes per distribution tick.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56616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🎲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34840" y="21945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is Probabilistic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34840" y="27889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validity is assumed, not verified. Overflow bugs, accounting errors, and edge cases accumulate silently under load.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280160"/>
            <a:ext cx="356616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463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75320" y="21945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Live Outside the Core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5320" y="27889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logic, tokenomics, and distribution rules are in smart contracts — not in the protocol. Complexity and attack surface grow unbounded.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Rift Approach: Global Scalar Field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03520" cy="2743200"/>
          </a:xfrm>
          <a:prstGeom prst="rect">
            <a:avLst/>
          </a:prstGeom>
          <a:solidFill>
            <a:srgbClr val="1F293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Formula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effective_balance[i]  =  base_balance[i]  +  global_field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total_supply  =  total_base_sum  +  global_field × 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distribute(amount)  →  global_field += amount / 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188720"/>
            <a:ext cx="5486400" cy="2743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2344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0" y="12344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0" y="12344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Rift L1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71907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 to N users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171907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writes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0" y="171907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 always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203704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 check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0" y="2203704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/ none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0" y="2203704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every 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688336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location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0" y="2688336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0" y="2688336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core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17296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handling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317296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unchecked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0" y="317296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arithmetic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integer increment. Every participant updated. No loops. No per-user gas.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Invariants. Verified After Every Operation.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77840" cy="26060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Consistency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total_supply  =  total_base_sum  +  global_field × 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5303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total supply must always equal the scalar field contribution plus all individual base balances. No phantom tokens. Ever.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188720"/>
            <a:ext cx="5577840" cy="26060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80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32320" y="1280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Mint/Burn Integrity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83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total_supply  =  total_minted  −  total_burned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2331720"/>
            <a:ext cx="5303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token in existence is accounted for by creation and destruction events. Double-spending is structurally impossible.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5577840" cy="26060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1148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Dust Bound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4617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dust_accumulator  &lt;  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5166360"/>
            <a:ext cx="5303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Rounding remainder from redistribution is always strictly less than the participant count. Fuzz-verified including the unregister edge case.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4023360"/>
            <a:ext cx="5577840" cy="26060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1148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3232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Limit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4617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effective_balance[i]  ≥  −(supply / 10p)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5166360"/>
            <a:ext cx="5303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participant can hold unlimited debt. Exit is blocked when effective balance is negative. Prevents supply corruption on departure.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256,150,000+ Operations. Zero Violations.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33375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1097280"/>
            <a:ext cx="2514600" cy="1417320"/>
          </a:xfrm>
          <a:prstGeom prst="rect">
            <a:avLst/>
          </a:prstGeom>
          <a:solidFill>
            <a:srgbClr val="1F293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0" y="1170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1508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NEG_E Boundary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guard on apply_neg_entropy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29400" y="1097280"/>
            <a:ext cx="2514600" cy="1417320"/>
          </a:xfrm>
          <a:prstGeom prst="rect">
            <a:avLst/>
          </a:prstGeom>
          <a:solidFill>
            <a:srgbClr val="1F293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170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20840" y="1508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 / Dust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Redistribution edge cases at scale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26880" y="1097280"/>
            <a:ext cx="2514600" cy="1417320"/>
          </a:xfrm>
          <a:prstGeom prst="rect">
            <a:avLst/>
          </a:prstGeom>
          <a:solidFill>
            <a:srgbClr val="1F293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1170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18320" y="1508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Field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1832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limit &amp; DebtOnExit path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2743200"/>
            <a:ext cx="2514600" cy="1417320"/>
          </a:xfrm>
          <a:prstGeom prst="rect">
            <a:avLst/>
          </a:prstGeom>
          <a:solidFill>
            <a:srgbClr val="1F293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28163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3154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 Edge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35204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Zero-participant transitions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2743200"/>
            <a:ext cx="2514600" cy="1417320"/>
          </a:xfrm>
          <a:prstGeom prst="rect">
            <a:avLst/>
          </a:prstGeom>
          <a:solidFill>
            <a:srgbClr val="1F293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8163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3154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u128::MAX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35204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overflow protection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532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55min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5897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Fuzz Duration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0" y="5532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5,750,000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657600" y="5897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Ops/sec (GitHub Runner)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5532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&gt;10,000,000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5897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Ops/sec (Apple M1/M4)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0" y="5532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libFuzzer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0" y="5897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03520" cy="4389120"/>
          </a:xfrm>
          <a:prstGeom prst="rect">
            <a:avLst/>
          </a:prstGeom>
          <a:solidFill>
            <a:srgbClr val="111827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25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ultra_core_rift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Owns and enforces all 4 SIRM invariants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58775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Checked arithmetic on every operation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0266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O(1) redistribution via global_field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4655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Negative entropy: Euler's number tick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9044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Edge-weighted transfers (burn / mint)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43434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Dust normalisation on participant exit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782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Zero knowledge of SPL tokens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188720"/>
            <a:ext cx="4846320" cy="4389120"/>
          </a:xfrm>
          <a:prstGeom prst="rect">
            <a:avLst/>
          </a:prstGeom>
          <a:solidFill>
            <a:srgbClr val="111827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325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rift_token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9516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21488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Mints SPL tokens via field pressure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5160" y="25877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issue_rift: SOL → RIFT shares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30266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Mint multiplier: 1e15 / |global_field|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346557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Fee anti-griefing guard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39044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Atomic: fee + mint in one transaction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3434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Founder allocation: 3.14% genesis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478231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Never mutates CoreState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Throughput: Measured, Not Projected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68580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589520" y="12801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~5.75M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589520" y="19202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ops/sec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CI (2 threads)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89520" y="28346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&gt;10M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589520" y="34747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ops/sec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M1 / M4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89520" y="43891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256M+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589520" y="50292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5h 55min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Core operation benchmarks. Full network stack measured separately when p2p layer is live.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Have. What Comes Next.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03520" cy="4572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25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TODAY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Mathematical core — Rust, fully typed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2677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Four SIRM invariants, per-op enforcement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70662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O(1) redistribution primitive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145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Negative entropy deflationary mechanic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5844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Edge-weighted transfer graph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40233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Solana on-chain implementation (Anchor)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44622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libFuzzer harness — 256M+ ops, 0 violations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9011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 CI — lint, test, fuzz on every commit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53400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Apache 2.0 license with patent protection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188720"/>
            <a:ext cx="5303520" cy="45720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325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NEXT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1828800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P2P networking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2313432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Consensus integration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2798064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Devnet 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3282696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network TPS benchmarks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3767328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External security audit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4251960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Tokenomics finalisation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4736592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Validator node software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5221224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Developer SDK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6675120" cy="667512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0" y="7315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⚡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Rift L1 Blockchain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Rust · Verified by Mathematics · Zero Compromises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52044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 technical co-founders and early-stage partners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bring Rift L1 to a live network.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4526280"/>
            <a:ext cx="758952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45720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github.com/RFT-SIRM/Rift-L1-Blockchain  ·  github.com/RFT-SIRM/Rift-Network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Fractal Theory Core  ·  © 2026 Eugeny (RFT-SIRM)  ·  Apache 2.0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2026-07-17T10:18:08Z</dcterms:created>
  <dcterms:modified xsi:type="dcterms:W3CDTF">2026-07-17T10:18:08Z</dcterms:modified>
</cp:coreProperties>
</file>